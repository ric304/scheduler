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5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C52B7-94A4-041B-737F-EFFAEB42D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76AFD1-51C0-A587-8725-9540D5FB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85D6D-7907-292E-D66C-1AE3E2442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18D9DC-6E62-5A0E-1977-E7D90B1B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C462AF-02D6-3096-C1D0-EA8520DF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16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0CF983-84E1-DE7A-90A1-3BE68A74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FE205A-7B9D-DC69-BA6A-8FD04D150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CBEE6E-795B-AAF8-9D14-9A0548BC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7BC21D-E780-EAA0-60A1-0CEE73E8A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2BA023-A5CB-5851-3F02-354D8B4D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36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AEADD-F2BA-9AD5-C16D-8B34A82E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AA0976-B08D-16C7-078B-3B8D441BD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CCD0F9-41D4-F2C1-3B58-58CCD589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49E28B-A2FA-54CE-6A30-994042020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45CE69-BB04-3439-2160-DDF184C1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67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BD03E4-FFDD-3CAC-82B7-E53DCDD5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8EF1A5-383D-F846-0D28-F96ED5AD9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CDFAB8-B977-8DBE-FEB0-73EDECDCA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17E5AD-0CD3-439B-3CFC-2F35B8C7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D30A2A-3D48-06CD-A4D5-B944C2C80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1C5E4E-CEFD-9876-7210-62DFC79C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930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3C8928-B5ED-D0EB-34FB-9D6DA18D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4F42FE-9AD7-6F95-23FF-9A98B2C8D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8C0B16-7B80-0663-EC46-4340509B9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2653EBB-F6F5-5F1A-D782-DB515BDF8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F1BA65C-EA6B-3F85-B33D-5814958C1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DB4B915-4A61-0512-359F-E44AD1B5B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7EBDE0-29DB-8DA9-6F2D-1A5504322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71081BA-A028-7740-C49C-BD8FCF4E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20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522473-5E05-198F-A947-49501924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9F5C65E-6832-FF1F-A3A7-1AA155677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3F94E7-BBF7-4AF3-7C5F-F8AE2BBD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3C63561-14EC-39AC-E25A-6D11D0921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78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8F14636-E606-24AE-6394-B831827A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6D2C805-FDCF-A623-2184-F5ABCE3F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62807E-5DFE-79CF-954A-B7189919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925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77D6E-30CE-8FDF-512B-3E8BB769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C771E-8317-035B-D310-D6C7CAE4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C5AE30-204A-AF2F-6276-8423CE728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97E7F3-4E6E-E1B0-EABB-363092781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DC27A5-A041-E4DF-CD9F-443CDB99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7CDB13-16F0-D1E8-184F-D321246A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708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D8C177-912B-013A-A723-67C71A9C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BF802C-D0C3-ABFF-3FE6-A7C8C0BBF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C68800-DC2D-7C30-815E-5AFBA67A8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8C75CA-A6B0-C9FF-34C6-3C9E92F67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EBAFB0-7E06-8893-1E88-0C5268E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63DE39-FFDB-5729-B385-C4C20E034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688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BC711A-C325-4901-A352-BDA4F4D2B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BE5887-43D3-F7E7-7160-289AADE2D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8EEF5C-F718-798D-4773-C39D1E86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2666EA-CDE1-4AB1-04CC-E6CDC6070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518431-C671-2913-D13C-7B25BD1BE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61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4E08A37-AD27-6700-8F2E-584374FF3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32AA15B-7744-6AF2-53B7-85DB2DE67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6E4B41-5375-FCAA-C165-FE2CA95A3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4442E-5CC9-778D-E10E-8B49526A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D0837F-FC54-2611-CEC6-156D3E2E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7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16DC024-82E0-FB67-0B01-FDDA6955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459E38-EC71-A041-D1AA-39B70FA24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28E15F-A7AE-B181-9ED1-1D1BF49023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E366B-2BF3-4F15-90BE-4002657D7D97}" type="datetimeFigureOut">
              <a:rPr kumimoji="1" lang="ja-JP" altLang="en-US" smtClean="0"/>
              <a:t>2026/1/1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56794-2597-2385-6FB3-5A1CE5F929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08B2C1-B78E-9DB7-B784-F4780EC24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6E860-F89B-4B75-B68C-AB74FADC98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78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F71152-2EEB-23EB-8C22-DC3A7DFD0220}"/>
              </a:ext>
            </a:extLst>
          </p:cNvPr>
          <p:cNvSpPr/>
          <p:nvPr/>
        </p:nvSpPr>
        <p:spPr>
          <a:xfrm>
            <a:off x="0" y="86636"/>
            <a:ext cx="2240334" cy="2218413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グラフィックス 7" descr="歯車 1 つ 単色塗りつぶし">
            <a:extLst>
              <a:ext uri="{FF2B5EF4-FFF2-40B4-BE49-F238E27FC236}">
                <a16:creationId xmlns:a16="http://schemas.microsoft.com/office/drawing/2014/main" id="{523DCE43-6539-5E1B-6A6E-0E7A4CB97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68524"/>
            <a:ext cx="1964986" cy="196498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A5D6F0-9C9B-D0C4-7C68-2F879BE29201}"/>
              </a:ext>
            </a:extLst>
          </p:cNvPr>
          <p:cNvSpPr/>
          <p:nvPr/>
        </p:nvSpPr>
        <p:spPr>
          <a:xfrm>
            <a:off x="982493" y="268524"/>
            <a:ext cx="787941" cy="1865076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CF1A35FE-25BB-2FFB-607A-75EEA8E665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891"/>
          <a:stretch>
            <a:fillRect/>
          </a:stretch>
        </p:blipFill>
        <p:spPr>
          <a:xfrm>
            <a:off x="754617" y="350497"/>
            <a:ext cx="621846" cy="1304877"/>
          </a:xfrm>
          <a:prstGeom prst="rect">
            <a:avLst/>
          </a:prstGeom>
        </p:spPr>
      </p:pic>
      <p:pic>
        <p:nvPicPr>
          <p:cNvPr id="24" name="グラフィックス 23" descr="ワークフロー 単色塗りつぶし">
            <a:extLst>
              <a:ext uri="{FF2B5EF4-FFF2-40B4-BE49-F238E27FC236}">
                <a16:creationId xmlns:a16="http://schemas.microsoft.com/office/drawing/2014/main" id="{9F34800F-EEFC-27CC-7650-508271B6B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3469" y="616599"/>
            <a:ext cx="1135586" cy="1135586"/>
          </a:xfrm>
          <a:prstGeom prst="rect">
            <a:avLst/>
          </a:prstGeom>
        </p:spPr>
      </p:pic>
      <p:sp>
        <p:nvSpPr>
          <p:cNvPr id="25" name="楕円 24">
            <a:extLst>
              <a:ext uri="{FF2B5EF4-FFF2-40B4-BE49-F238E27FC236}">
                <a16:creationId xmlns:a16="http://schemas.microsoft.com/office/drawing/2014/main" id="{6E450D0C-50E0-DE08-E16A-4907FB28C046}"/>
              </a:ext>
            </a:extLst>
          </p:cNvPr>
          <p:cNvSpPr/>
          <p:nvPr/>
        </p:nvSpPr>
        <p:spPr>
          <a:xfrm>
            <a:off x="179242" y="268523"/>
            <a:ext cx="1861504" cy="1792051"/>
          </a:xfrm>
          <a:prstGeom prst="ellipse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33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安藤 英登</dc:creator>
  <cp:lastModifiedBy>安藤 英登</cp:lastModifiedBy>
  <cp:revision>1</cp:revision>
  <dcterms:created xsi:type="dcterms:W3CDTF">2026-01-01T02:36:44Z</dcterms:created>
  <dcterms:modified xsi:type="dcterms:W3CDTF">2026-01-01T07:44:21Z</dcterms:modified>
</cp:coreProperties>
</file>